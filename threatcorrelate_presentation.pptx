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🛡️ ThreatCorrelate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Automated Multi-Source IOC Correlation Engine</a:t>
            </a:r>
            <a:br/>
            <a:r>
              <a:t>with MITRE ATT&amp;CK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SOC analysts spend hours manually checking IOCs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One platform at a time (VirusTotal, AbuseIPDB, OTX, etc.)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Results are inconsistent and error-prone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No correlation across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No tactical context (MITRE ATT&amp;CK mapping)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🔴 Doesn't scale during incident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ThreatCorrelate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Automated IOC correlation across 3 major sources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Weighted confidence scoring formula (50-30-20)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Standardized risk verdicts (Malicious/Suspicious/Clean)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Automatic MITRE ATT&amp;CK technique mapping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Professional PDF threat reports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Reduces manual effort by 80%+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User Input → IOC Handler (IP/domain/hash detection)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API Connector → VirusTotal, AbuseIPDB, OTX (parallel queries)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Scoring Engine → Weighted correlation formula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Attack Mapper → MITRE ATT&amp;CK technique mapping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Report Generator → Professional PDF reports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🔷 Streamlit Dashboard → Interactive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Weighted Confidence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Formula: Score = (VT × 0.5) + (AbuseIPDB × 0.3) + (OTX × 0.2)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VirusTotal (50%): Aggregates 90+ antivirus engines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AbuseIPDB (30%): Community-based IP reputation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AlienVault OTX (20%): Threat pulse correlation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Result: 0-100 score with Malicious/Suspicious/Clean verdict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MITRE ATT&amp;CK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7F0E"/>
                </a:solidFill>
              </a:defRPr>
            </a:pPr>
            <a:r>
              <a:t>What It Does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Maps IOC findings to real attack techniques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Shows attacker tactics (Initial Access, C2,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Links to MITRE ATT&amp;CK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Provides defensive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A02C"/>
                </a:solidFill>
              </a:defRPr>
            </a:pPr>
            <a:r>
              <a:t>Example Techniques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T1566: Phishing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T1486: Data Encrypted (Ransomware)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T1110: Brute Force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T1071: Command &amp;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T1041: Exfiltration Over 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📊 Step 1: Load IOCs (manual, CSV, or sample)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🔍 Step 2: Run Enrichment &amp; Correlation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📈 Step 3: View Results (scores, verdicts, techniques)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📄 Step 4: Generate PDF Threat Report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⬇️ Step 5: Download Professional Report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Real Analysis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Sample Dataset: 5 IOCs analyzed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8.8.8.8 (Google DNS) → Clean (Score: 0/100)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1.1.1.1 (Cloudflare DNS) → Clean (Score: 0/100)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⚠️ malicious.com → Suspicious (Score: 70/100) → T1041 Exfiltration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phishing-site.org → Clean (Score: 0/100)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🟡 Hash → Low Risk (Score: 20/100)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7F0E"/>
                </a:solidFill>
              </a:defRPr>
            </a:pPr>
            <a:r>
              <a:t>Automated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IOC type detection (IP/domain/hash)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Multi-source API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Weighted scoring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MITRE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A02C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80% reduction in manual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Real-time threat correlation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Professional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Scalable for incidents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💻 Language: Python 3.11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🌐 Dashboard: Streamlit (interactive web UI)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📡 APIs: VirusTotal, AbuseIPDB, AlienVault OTX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📄 Reports: ReportLab (professional PDF generation)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📊 Data: Pandas (analysis and correlation)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🔒 Security: Environment variables for API keys (.env)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77B4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7F0E"/>
                </a:solidFill>
              </a:defRPr>
            </a:pPr>
            <a:r>
              <a:t>Current Limitations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Free-tier API rate limits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No zero-day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Static tag-to-technique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No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A02C"/>
                </a:solidFill>
              </a:defRPr>
            </a:pPr>
            <a:r>
              <a:t>Future Enhancements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ML-based threat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More data sources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Real-time alerting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• Enterprise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Design Choices &amp;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❓ Why weighted scoring vs. majority vote?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Reflects actual reliability of each source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❓ Why rule-based MITRE mapping vs. ML?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Interpretable, no training data needed, easily extensible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❓ Why these 3 APIs?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Free tier, high quality data, complementary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77B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🎯 ThreatCorrelate automates threat intelligence correlation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🎯 Reduces analyst effort and standardizes IOC triage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🎯 Provides tactical context via MITRE ATT&amp;CK mapping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🎯 Production-ready tool for incident response teams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🎯 Extensible foundation for enterprise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🙏 Thank you!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Thank you for your evaluation!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